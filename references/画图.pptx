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9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106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3ED7DA-9BAD-08BB-283F-1DCA9223C5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0A3624B-9CFD-52F7-4BD5-BE533CBB1D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E7F0F8-BD8E-4EBC-9771-2A03DDEE7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891AED-C53E-BD9F-71DB-2D8759D0D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E6C4E0-A446-9379-7E0A-241E10B4C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1762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27CA76-A5C2-6407-6FD0-61B377520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44E1FFD-4A58-16B5-7306-DC893DA0D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82077B-EABD-C988-9679-BD116506E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B7F5F1-A9C3-714F-1D58-C5A9BEE9D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796481-FD5A-1F53-BE2D-A06EFF52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6762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EF2ED3-9677-FD17-27D8-845C78A34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12EBFA-59AF-3693-9D5E-4D38BAD0E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4FF47A-3720-6ED3-6AB9-8EC5586E2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F876F38-6460-1A3C-BDE8-2F38BA17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AAB8B3-CEA0-3A78-1FF1-6CC9F84AA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278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B1FAA-A5A2-C07D-427A-46D8AED5F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956BE8-E66F-6E1C-75E6-CE422BC9A9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7B97C2D-5583-6015-7C35-74E27CE3C8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720EAE-5656-47C6-26B1-3FA513612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3A3823-8C0A-0363-FCCB-C2F545EAA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CA053A-D918-0446-1066-4D8CEF01A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0239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F92714-6526-223F-5276-965E0CBE5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039B55-ECD4-EE9D-5440-8F3DCB4561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3314B16-EFE3-EC49-2C44-F2252979B4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AAF47C-A179-2366-8CFE-9375F36873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709E27E-11F3-45DF-66CE-F50FF0A37F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E33D9F7-4CC1-1680-194A-03AD5990A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137A08B-029C-B9E2-18C1-9AB409BE2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C95124-E76F-20F0-17FC-64DBE6E63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473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8D95F8-DD34-E811-378F-BA26740B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75B7370-8DC4-0C0A-081B-001CD9CEC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6D64285-6334-7A6B-D892-7B679815B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A07FDFE-C9EF-CF39-6542-239AB1533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8926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60DE2B-E536-326B-F990-CDBE1B808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C4EB53B-FE66-8DFA-972D-075AA3609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A27C17-4E41-828E-33BB-69FB8A908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9819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4C47F1-C9BC-1977-B2A9-904C7B801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100214-0752-1AFB-415B-9796AD7455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E8D6E7-CE21-9614-C053-8A97F6A91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27FFF9-70FA-01C9-F099-B899584C2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E524EC-6C8A-3882-4685-62F988F8F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5FAA6D5-4DFF-78C5-4666-34B97148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7332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7C30C8-20AC-2591-F725-2117A0131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FB422A7-1EBE-547F-F8C0-D4DE0EC9E3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64FF41D-F4E8-E361-E158-DE9AD43BC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91DCDB-74AB-34E1-A433-3FEDA3E9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19C0261-2071-040C-5282-F51581B5C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F3CC34-39F3-DE40-1FF5-8AEB0CA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3307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6A9174-60BF-42E7-7C35-1B4C58AE3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0BA029D-845C-E09D-A9D1-310784213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619917-BBE4-2C9F-A562-AAFE6C61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0E742E-4223-8536-85E2-CD6895A1D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C610A3-78D5-67A1-7E24-B02A3F74D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4423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C575ED9-76FE-E1F2-507D-FB7E76E204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4EFFD3C-0190-2804-60C0-8BE424BF80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4BF6BB-85E9-0E16-7273-2D5F6E3FA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3E020B-AB41-5C87-E6D6-9437268E7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16A2AA-140E-36C4-0FA7-0046BC9D3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532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27DFC8E-C681-FDDE-28BE-4C37B1DE9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E92BEC-2BBA-E6D0-FDC0-BC1192417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3FA52-E534-2B62-CF9D-D7279DC59B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BA0BE-EEFE-44F5-956C-0B3C1679C7A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6AE20D-B32D-2C24-3C8F-43F71EADB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61FD2D-DEF3-2416-C778-493C7AF045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E1A3E-EACE-42B2-880A-F65C48A06D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978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4DE931A1-B7A7-59B9-3449-05DE00A43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065" y="20047"/>
            <a:ext cx="9501589" cy="6838018"/>
          </a:xfrm>
          <a:prstGeom prst="rect">
            <a:avLst/>
          </a:prstGeom>
        </p:spPr>
      </p:pic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2F798B8E-F699-E22C-D907-8908BD6BA997}"/>
              </a:ext>
            </a:extLst>
          </p:cNvPr>
          <p:cNvCxnSpPr/>
          <p:nvPr/>
        </p:nvCxnSpPr>
        <p:spPr>
          <a:xfrm flipH="1">
            <a:off x="4991947" y="1788160"/>
            <a:ext cx="1246293" cy="16256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79753C13-4F5F-03B5-4AF9-A244B7C45636}"/>
              </a:ext>
            </a:extLst>
          </p:cNvPr>
          <p:cNvCxnSpPr/>
          <p:nvPr/>
        </p:nvCxnSpPr>
        <p:spPr>
          <a:xfrm flipH="1">
            <a:off x="2767263" y="1950720"/>
            <a:ext cx="2224684" cy="327259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9F2F056-BB91-6BCF-C962-9F29692A73A8}"/>
              </a:ext>
            </a:extLst>
          </p:cNvPr>
          <p:cNvCxnSpPr>
            <a:cxnSpLocks/>
          </p:cNvCxnSpPr>
          <p:nvPr/>
        </p:nvCxnSpPr>
        <p:spPr>
          <a:xfrm>
            <a:off x="2767263" y="2277979"/>
            <a:ext cx="3546596" cy="336777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6932F1E-ECE3-484E-3637-9A7D0B467183}"/>
              </a:ext>
            </a:extLst>
          </p:cNvPr>
          <p:cNvSpPr/>
          <p:nvPr/>
        </p:nvSpPr>
        <p:spPr>
          <a:xfrm>
            <a:off x="4986778" y="1916630"/>
            <a:ext cx="60158" cy="68179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流程图: 接点 11">
            <a:extLst>
              <a:ext uri="{FF2B5EF4-FFF2-40B4-BE49-F238E27FC236}">
                <a16:creationId xmlns:a16="http://schemas.microsoft.com/office/drawing/2014/main" id="{893F4F50-7C19-AC2A-CD8B-08C8A4973CED}"/>
              </a:ext>
            </a:extLst>
          </p:cNvPr>
          <p:cNvSpPr/>
          <p:nvPr/>
        </p:nvSpPr>
        <p:spPr>
          <a:xfrm>
            <a:off x="6619463" y="2262925"/>
            <a:ext cx="60158" cy="68179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流程图: 接点 12">
            <a:extLst>
              <a:ext uri="{FF2B5EF4-FFF2-40B4-BE49-F238E27FC236}">
                <a16:creationId xmlns:a16="http://schemas.microsoft.com/office/drawing/2014/main" id="{95EB4664-B51A-A5A8-47FB-E535D74252E4}"/>
              </a:ext>
            </a:extLst>
          </p:cNvPr>
          <p:cNvSpPr/>
          <p:nvPr/>
        </p:nvSpPr>
        <p:spPr>
          <a:xfrm>
            <a:off x="6943915" y="1242862"/>
            <a:ext cx="60158" cy="68179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流程图: 接点 13">
            <a:extLst>
              <a:ext uri="{FF2B5EF4-FFF2-40B4-BE49-F238E27FC236}">
                <a16:creationId xmlns:a16="http://schemas.microsoft.com/office/drawing/2014/main" id="{9E9CB1C6-DDF4-478B-C8B8-68A5EDDC4864}"/>
              </a:ext>
            </a:extLst>
          </p:cNvPr>
          <p:cNvSpPr/>
          <p:nvPr/>
        </p:nvSpPr>
        <p:spPr>
          <a:xfrm>
            <a:off x="2751935" y="2243889"/>
            <a:ext cx="60158" cy="68179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流程图: 接点 14">
            <a:extLst>
              <a:ext uri="{FF2B5EF4-FFF2-40B4-BE49-F238E27FC236}">
                <a16:creationId xmlns:a16="http://schemas.microsoft.com/office/drawing/2014/main" id="{05869015-C0C5-6589-7E96-2C7F289FFA85}"/>
              </a:ext>
            </a:extLst>
          </p:cNvPr>
          <p:cNvSpPr/>
          <p:nvPr/>
        </p:nvSpPr>
        <p:spPr>
          <a:xfrm>
            <a:off x="6313859" y="5598032"/>
            <a:ext cx="60158" cy="68179"/>
          </a:xfrm>
          <a:prstGeom prst="flowChartConnector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AE0AD8A-DE6C-E8C6-FB41-DC3048D76002}"/>
              </a:ext>
            </a:extLst>
          </p:cNvPr>
          <p:cNvSpPr txBox="1"/>
          <p:nvPr/>
        </p:nvSpPr>
        <p:spPr>
          <a:xfrm>
            <a:off x="4852738" y="1373685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B1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17DDBF4-BDFF-9256-DFDB-F7FE61C65DEF}"/>
              </a:ext>
            </a:extLst>
          </p:cNvPr>
          <p:cNvSpPr txBox="1"/>
          <p:nvPr/>
        </p:nvSpPr>
        <p:spPr>
          <a:xfrm>
            <a:off x="6490755" y="1834811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B2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60B3154-758A-3965-2822-50289BE78C2A}"/>
              </a:ext>
            </a:extLst>
          </p:cNvPr>
          <p:cNvSpPr txBox="1"/>
          <p:nvPr/>
        </p:nvSpPr>
        <p:spPr>
          <a:xfrm>
            <a:off x="6723336" y="718553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B3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239557F-645A-3B7A-D9F6-418B9767B591}"/>
              </a:ext>
            </a:extLst>
          </p:cNvPr>
          <p:cNvSpPr txBox="1"/>
          <p:nvPr/>
        </p:nvSpPr>
        <p:spPr>
          <a:xfrm>
            <a:off x="2322030" y="1950719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A1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AD4E744-849F-4525-B931-9C89ED95A87A}"/>
              </a:ext>
            </a:extLst>
          </p:cNvPr>
          <p:cNvSpPr txBox="1"/>
          <p:nvPr/>
        </p:nvSpPr>
        <p:spPr>
          <a:xfrm>
            <a:off x="6096000" y="5761121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K1</a:t>
            </a: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930C6997-B7B1-4887-F024-6503ED29C2B2}"/>
              </a:ext>
            </a:extLst>
          </p:cNvPr>
          <p:cNvCxnSpPr/>
          <p:nvPr/>
        </p:nvCxnSpPr>
        <p:spPr>
          <a:xfrm>
            <a:off x="6238240" y="1834811"/>
            <a:ext cx="441381" cy="376322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D340FA50-C370-57CD-9CFA-89763C494535}"/>
              </a:ext>
            </a:extLst>
          </p:cNvPr>
          <p:cNvCxnSpPr>
            <a:endCxn id="15" idx="5"/>
          </p:cNvCxnSpPr>
          <p:nvPr/>
        </p:nvCxnSpPr>
        <p:spPr>
          <a:xfrm flipH="1">
            <a:off x="6365207" y="5598032"/>
            <a:ext cx="340392" cy="5819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60607C5D-9F47-0FB2-822D-9B4601134F40}"/>
              </a:ext>
            </a:extLst>
          </p:cNvPr>
          <p:cNvCxnSpPr>
            <a:endCxn id="15" idx="0"/>
          </p:cNvCxnSpPr>
          <p:nvPr/>
        </p:nvCxnSpPr>
        <p:spPr>
          <a:xfrm>
            <a:off x="6238240" y="1834811"/>
            <a:ext cx="105698" cy="3763221"/>
          </a:xfrm>
          <a:prstGeom prst="straightConnector1">
            <a:avLst/>
          </a:prstGeom>
          <a:ln w="41275">
            <a:solidFill>
              <a:schemeClr val="accent2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E535EA7-52E8-1FD7-4E79-08B2AE348732}"/>
              </a:ext>
            </a:extLst>
          </p:cNvPr>
          <p:cNvSpPr txBox="1"/>
          <p:nvPr/>
        </p:nvSpPr>
        <p:spPr>
          <a:xfrm>
            <a:off x="5890286" y="1350090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B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E800860-E1A1-DF01-E4D7-9DEBE7F2239B}"/>
              </a:ext>
            </a:extLst>
          </p:cNvPr>
          <p:cNvSpPr txBox="1"/>
          <p:nvPr/>
        </p:nvSpPr>
        <p:spPr>
          <a:xfrm>
            <a:off x="6679621" y="5602378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K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B9EC2A-BF0C-AAB6-F16F-419D17A7F77D}"/>
              </a:ext>
            </a:extLst>
          </p:cNvPr>
          <p:cNvSpPr txBox="1"/>
          <p:nvPr/>
        </p:nvSpPr>
        <p:spPr>
          <a:xfrm>
            <a:off x="3619992" y="1438897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7030A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L</a:t>
            </a:r>
            <a:r>
              <a:rPr lang="en-US" altLang="zh-CN" sz="2000" b="1" dirty="0">
                <a:solidFill>
                  <a:srgbClr val="7030A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endParaRPr lang="en-US" altLang="zh-CN" sz="2400" b="1" dirty="0">
              <a:solidFill>
                <a:srgbClr val="7030A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536686A-DE30-873D-03D0-4A74135222BE}"/>
              </a:ext>
            </a:extLst>
          </p:cNvPr>
          <p:cNvSpPr txBox="1"/>
          <p:nvPr/>
        </p:nvSpPr>
        <p:spPr>
          <a:xfrm>
            <a:off x="3893152" y="3746987"/>
            <a:ext cx="609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7030A0"/>
                </a:solidFill>
                <a:latin typeface="Mistral" panose="03090702030407020403" pitchFamily="66" charset="0"/>
                <a:ea typeface="黑体" panose="02010609060101010101" pitchFamily="49" charset="-122"/>
              </a:rPr>
              <a:t>l</a:t>
            </a:r>
            <a:r>
              <a:rPr lang="en-US" altLang="zh-CN" sz="2000" b="1" dirty="0">
                <a:solidFill>
                  <a:srgbClr val="7030A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endParaRPr lang="en-US" altLang="zh-CN" sz="2400" b="1" dirty="0">
              <a:solidFill>
                <a:srgbClr val="7030A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2100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9</Words>
  <Application>Microsoft Office PowerPoint</Application>
  <PresentationFormat>宽屏</PresentationFormat>
  <Paragraphs>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黑体</vt:lpstr>
      <vt:lpstr>Arial</vt:lpstr>
      <vt:lpstr>Mistral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浩岑 李</dc:creator>
  <cp:lastModifiedBy>浩岑 李</cp:lastModifiedBy>
  <cp:revision>4</cp:revision>
  <dcterms:created xsi:type="dcterms:W3CDTF">2025-11-17T02:22:48Z</dcterms:created>
  <dcterms:modified xsi:type="dcterms:W3CDTF">2025-11-17T02:40:51Z</dcterms:modified>
</cp:coreProperties>
</file>