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9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2" y="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ED7DA-9BAD-08BB-283F-1DCA9223C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A3624B-9CFD-52F7-4BD5-BE533CBB1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E7F0F8-BD8E-4EBC-9771-2A03DDEE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91AED-C53E-BD9F-71DB-2D8759D0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6C4E0-A446-9379-7E0A-241E10B4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76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7CA76-A5C2-6407-6FD0-61B377520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4E1FFD-4A58-16B5-7306-DC893DA0D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2077B-EABD-C988-9679-BD116506E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B7F5F1-A9C3-714F-1D58-C5A9BEE9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796481-FD5A-1F53-BE2D-A06EFF52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76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F2ED3-9677-FD17-27D8-845C78A34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12EBFA-59AF-3693-9D5E-4D38BAD0E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4FF47A-3720-6ED3-6AB9-8EC5586E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876F38-6460-1A3C-BDE8-2F38BA17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AB8B3-CEA0-3A78-1FF1-6CC9F84A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27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B1FAA-A5A2-C07D-427A-46D8AED5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956BE8-E66F-6E1C-75E6-CE422BC9A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B97C2D-5583-6015-7C35-74E27CE3C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720EAE-5656-47C6-26B1-3FA51361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3A3823-8C0A-0363-FCCB-C2F545EA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CA053A-D918-0446-1066-4D8CEF01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23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92714-6526-223F-5276-965E0CBE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039B55-ECD4-EE9D-5440-8F3DCB456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314B16-EFE3-EC49-2C44-F2252979B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AAF47C-A179-2366-8CFE-9375F3687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09E27E-11F3-45DF-66CE-F50FF0A37F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E33D9F7-4CC1-1680-194A-03AD5990A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37A08B-029C-B9E2-18C1-9AB409BE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BC95124-E76F-20F0-17FC-64DBE6E6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7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D95F8-DD34-E811-378F-BA26740B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5B7370-8DC4-0C0A-081B-001CD9CE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6D64285-6334-7A6B-D892-7B679815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07FDFE-C9EF-CF39-6542-239AB153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92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60DE2B-E536-326B-F990-CDBE1B80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4EB53B-FE66-8DFA-972D-075AA360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A27C17-4E41-828E-33BB-69FB8A90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81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C47F1-C9BC-1977-B2A9-904C7B80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100214-0752-1AFB-415B-9796AD745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E8D6E7-CE21-9614-C053-8A97F6A91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27FFF9-70FA-01C9-F099-B899584C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E524EC-6C8A-3882-4685-62F988F8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FAA6D5-4DFF-78C5-4666-34B97148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332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C30C8-20AC-2591-F725-2117A0131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FB422A7-1EBE-547F-F8C0-D4DE0EC9E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4FF41D-F4E8-E361-E158-DE9AD43BC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91DCDB-74AB-34E1-A433-3FEDA3E97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9C0261-2071-040C-5282-F51581B5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F3CC34-39F3-DE40-1FF5-8AEB0CA1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307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A9174-60BF-42E7-7C35-1B4C58AE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BA029D-845C-E09D-A9D1-310784213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619917-BBE4-2C9F-A562-AAFE6C61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E742E-4223-8536-85E2-CD6895A1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610A3-78D5-67A1-7E24-B02A3F74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423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575ED9-76FE-E1F2-507D-FB7E76E204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EFFD3C-0190-2804-60C0-8BE424BF8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BF6BB-85E9-0E16-7273-2D5F6E3F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3E020B-AB41-5C87-E6D6-9437268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16A2AA-140E-36C4-0FA7-0046BC9D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53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27DFC8E-C681-FDDE-28BE-4C37B1DE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E92BEC-2BBA-E6D0-FDC0-BC1192417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23FA52-E534-2B62-CF9D-D7279DC59B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5BA0BE-EEFE-44F5-956C-0B3C1679C7A2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6AE20D-B32D-2C24-3C8F-43F71EADB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61FD2D-DEF3-2416-C778-493C7AF045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E1A3E-EACE-42B2-880A-F65C48A06D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7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image" Target="../media/image1.png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4DE931A1-B7A7-59B9-3449-05DE00A4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065" y="20047"/>
            <a:ext cx="9501589" cy="683801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F798B8E-F699-E22C-D907-8908BD6BA997}"/>
              </a:ext>
            </a:extLst>
          </p:cNvPr>
          <p:cNvCxnSpPr/>
          <p:nvPr/>
        </p:nvCxnSpPr>
        <p:spPr>
          <a:xfrm flipH="1">
            <a:off x="4991947" y="1788160"/>
            <a:ext cx="1246293" cy="16256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9753C13-4F5F-03B5-4AF9-A244B7C45636}"/>
              </a:ext>
            </a:extLst>
          </p:cNvPr>
          <p:cNvCxnSpPr/>
          <p:nvPr/>
        </p:nvCxnSpPr>
        <p:spPr>
          <a:xfrm flipH="1">
            <a:off x="2767263" y="1950720"/>
            <a:ext cx="2224684" cy="32725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9F2F056-BB91-6BCF-C962-9F29692A73A8}"/>
              </a:ext>
            </a:extLst>
          </p:cNvPr>
          <p:cNvCxnSpPr>
            <a:cxnSpLocks/>
          </p:cNvCxnSpPr>
          <p:nvPr/>
        </p:nvCxnSpPr>
        <p:spPr>
          <a:xfrm>
            <a:off x="2767263" y="2277979"/>
            <a:ext cx="3546596" cy="336777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46932F1E-ECE3-484E-3637-9A7D0B467183}"/>
              </a:ext>
            </a:extLst>
          </p:cNvPr>
          <p:cNvSpPr/>
          <p:nvPr/>
        </p:nvSpPr>
        <p:spPr>
          <a:xfrm>
            <a:off x="4986778" y="1916630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893F4F50-7C19-AC2A-CD8B-08C8A4973CED}"/>
              </a:ext>
            </a:extLst>
          </p:cNvPr>
          <p:cNvSpPr/>
          <p:nvPr/>
        </p:nvSpPr>
        <p:spPr>
          <a:xfrm>
            <a:off x="6619463" y="2262925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接点 12">
            <a:extLst>
              <a:ext uri="{FF2B5EF4-FFF2-40B4-BE49-F238E27FC236}">
                <a16:creationId xmlns:a16="http://schemas.microsoft.com/office/drawing/2014/main" id="{95EB4664-B51A-A5A8-47FB-E535D74252E4}"/>
              </a:ext>
            </a:extLst>
          </p:cNvPr>
          <p:cNvSpPr/>
          <p:nvPr/>
        </p:nvSpPr>
        <p:spPr>
          <a:xfrm>
            <a:off x="6943915" y="1242862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9E9CB1C6-DDF4-478B-C8B8-68A5EDDC4864}"/>
              </a:ext>
            </a:extLst>
          </p:cNvPr>
          <p:cNvSpPr/>
          <p:nvPr/>
        </p:nvSpPr>
        <p:spPr>
          <a:xfrm>
            <a:off x="2751935" y="2243889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05869015-C0C5-6589-7E96-2C7F289FFA85}"/>
              </a:ext>
            </a:extLst>
          </p:cNvPr>
          <p:cNvSpPr/>
          <p:nvPr/>
        </p:nvSpPr>
        <p:spPr>
          <a:xfrm>
            <a:off x="6313859" y="5598032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30C6997-B7B1-4887-F024-6503ED29C2B2}"/>
              </a:ext>
            </a:extLst>
          </p:cNvPr>
          <p:cNvCxnSpPr/>
          <p:nvPr/>
        </p:nvCxnSpPr>
        <p:spPr>
          <a:xfrm>
            <a:off x="6238240" y="1834811"/>
            <a:ext cx="441381" cy="376322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340FA50-C370-57CD-9CFA-89763C494535}"/>
              </a:ext>
            </a:extLst>
          </p:cNvPr>
          <p:cNvCxnSpPr>
            <a:endCxn id="15" idx="5"/>
          </p:cNvCxnSpPr>
          <p:nvPr/>
        </p:nvCxnSpPr>
        <p:spPr>
          <a:xfrm flipH="1">
            <a:off x="6365207" y="5598032"/>
            <a:ext cx="340392" cy="5819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0607C5D-9F47-0FB2-822D-9B4601134F40}"/>
              </a:ext>
            </a:extLst>
          </p:cNvPr>
          <p:cNvCxnSpPr>
            <a:endCxn id="15" idx="0"/>
          </p:cNvCxnSpPr>
          <p:nvPr/>
        </p:nvCxnSpPr>
        <p:spPr>
          <a:xfrm>
            <a:off x="6238240" y="1834811"/>
            <a:ext cx="105698" cy="3763221"/>
          </a:xfrm>
          <a:prstGeom prst="straightConnector1">
            <a:avLst/>
          </a:prstGeom>
          <a:ln w="41275">
            <a:solidFill>
              <a:schemeClr val="accent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A9A211D-4630-910B-831C-586E2FC28F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580989"/>
              </p:ext>
            </p:extLst>
          </p:nvPr>
        </p:nvGraphicFramePr>
        <p:xfrm>
          <a:off x="4830201" y="1242862"/>
          <a:ext cx="498921" cy="69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228600" progId="Equation.DSMT4">
                  <p:embed/>
                </p:oleObj>
              </mc:Choice>
              <mc:Fallback>
                <p:oleObj name="Equation" r:id="rId3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30201" y="1242862"/>
                        <a:ext cx="498921" cy="690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D99C24C-5F36-498F-A2E8-6283B57EA2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002752"/>
              </p:ext>
            </p:extLst>
          </p:nvPr>
        </p:nvGraphicFramePr>
        <p:xfrm>
          <a:off x="5844755" y="1311041"/>
          <a:ext cx="441763" cy="478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64880" progId="Equation.DSMT4">
                  <p:embed/>
                </p:oleObj>
              </mc:Choice>
              <mc:Fallback>
                <p:oleObj name="Equation" r:id="rId5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44755" y="1311041"/>
                        <a:ext cx="441763" cy="478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676E2F9-A418-26B9-D6F2-36FC490A4E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212430"/>
              </p:ext>
            </p:extLst>
          </p:nvPr>
        </p:nvGraphicFramePr>
        <p:xfrm>
          <a:off x="6679621" y="5800499"/>
          <a:ext cx="341007" cy="341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164880" progId="Equation.DSMT4">
                  <p:embed/>
                </p:oleObj>
              </mc:Choice>
              <mc:Fallback>
                <p:oleObj name="Equation" r:id="rId7" imgW="1648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79621" y="5800499"/>
                        <a:ext cx="341007" cy="341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C1C6EB6-FE35-FBC4-9F95-8072C80EFE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212522"/>
              </p:ext>
            </p:extLst>
          </p:nvPr>
        </p:nvGraphicFramePr>
        <p:xfrm>
          <a:off x="5997959" y="5714225"/>
          <a:ext cx="434076" cy="520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0440" imgH="228600" progId="Equation.DSMT4">
                  <p:embed/>
                </p:oleObj>
              </mc:Choice>
              <mc:Fallback>
                <p:oleObj name="Equation" r:id="rId9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97959" y="5714225"/>
                        <a:ext cx="434076" cy="5208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659872F5-9E59-2509-CE96-76AB46DE83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654248"/>
              </p:ext>
            </p:extLst>
          </p:nvPr>
        </p:nvGraphicFramePr>
        <p:xfrm>
          <a:off x="4055104" y="3831235"/>
          <a:ext cx="325842" cy="651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4120" imgH="228600" progId="Equation.DSMT4">
                  <p:embed/>
                </p:oleObj>
              </mc:Choice>
              <mc:Fallback>
                <p:oleObj name="Equation" r:id="rId11" imgW="114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55104" y="3831235"/>
                        <a:ext cx="325842" cy="6516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37B47B72-D1C7-C250-9634-CC14A068C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2080306"/>
              </p:ext>
            </p:extLst>
          </p:nvPr>
        </p:nvGraphicFramePr>
        <p:xfrm>
          <a:off x="3821163" y="1311041"/>
          <a:ext cx="396861" cy="59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80" imgH="228600" progId="Equation.DSMT4">
                  <p:embed/>
                </p:oleObj>
              </mc:Choice>
              <mc:Fallback>
                <p:oleObj name="Equation" r:id="rId13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21163" y="1311041"/>
                        <a:ext cx="396861" cy="595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2C298EC6-AFAB-AB9B-C906-9EABB2C0A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433369"/>
              </p:ext>
            </p:extLst>
          </p:nvPr>
        </p:nvGraphicFramePr>
        <p:xfrm>
          <a:off x="2310554" y="1719962"/>
          <a:ext cx="441380" cy="611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28600" progId="Equation.DSMT4">
                  <p:embed/>
                </p:oleObj>
              </mc:Choice>
              <mc:Fallback>
                <p:oleObj name="Equation" r:id="rId15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10554" y="1719962"/>
                        <a:ext cx="441380" cy="611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2100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F1019-E866-8887-D5FD-485E5D7DE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34F250EF-7613-DCCC-4574-54F108E86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0252" y="-208208"/>
            <a:ext cx="11368237" cy="6430994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B72AD7D-2954-6D9B-7BF2-9D2D4ACF9C0C}"/>
              </a:ext>
            </a:extLst>
          </p:cNvPr>
          <p:cNvCxnSpPr>
            <a:cxnSpLocks/>
          </p:cNvCxnSpPr>
          <p:nvPr/>
        </p:nvCxnSpPr>
        <p:spPr>
          <a:xfrm flipH="1">
            <a:off x="5250010" y="2074138"/>
            <a:ext cx="629488" cy="4982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A170842-DE5B-E4F3-9273-4109A36DAA3B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3848696" y="2113466"/>
            <a:ext cx="1336027" cy="135213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AACF6B9-778A-8209-5359-8080F50901EE}"/>
              </a:ext>
            </a:extLst>
          </p:cNvPr>
          <p:cNvCxnSpPr>
            <a:cxnSpLocks/>
          </p:cNvCxnSpPr>
          <p:nvPr/>
        </p:nvCxnSpPr>
        <p:spPr>
          <a:xfrm>
            <a:off x="3848696" y="2262925"/>
            <a:ext cx="2184929" cy="1966187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6CAEBD35-A900-C00B-AB2E-34C15D19C73D}"/>
              </a:ext>
            </a:extLst>
          </p:cNvPr>
          <p:cNvSpPr/>
          <p:nvPr/>
        </p:nvSpPr>
        <p:spPr>
          <a:xfrm>
            <a:off x="5184723" y="2079376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接点 12">
            <a:extLst>
              <a:ext uri="{FF2B5EF4-FFF2-40B4-BE49-F238E27FC236}">
                <a16:creationId xmlns:a16="http://schemas.microsoft.com/office/drawing/2014/main" id="{B4C6A93A-0190-1CED-B15D-C20E84E85884}"/>
              </a:ext>
            </a:extLst>
          </p:cNvPr>
          <p:cNvSpPr/>
          <p:nvPr/>
        </p:nvSpPr>
        <p:spPr>
          <a:xfrm>
            <a:off x="6943915" y="1242862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90F2151F-05D3-B1FF-E17C-C6B1C486CDBF}"/>
              </a:ext>
            </a:extLst>
          </p:cNvPr>
          <p:cNvSpPr/>
          <p:nvPr/>
        </p:nvSpPr>
        <p:spPr>
          <a:xfrm>
            <a:off x="3817805" y="2214589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5DF083-0E9E-93D4-A1B8-93C32AB95CCD}"/>
              </a:ext>
            </a:extLst>
          </p:cNvPr>
          <p:cNvSpPr txBox="1"/>
          <p:nvPr/>
        </p:nvSpPr>
        <p:spPr>
          <a:xfrm>
            <a:off x="4852738" y="1373685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B1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215544-D3BA-4F15-09DD-5265762E99FD}"/>
              </a:ext>
            </a:extLst>
          </p:cNvPr>
          <p:cNvSpPr txBox="1"/>
          <p:nvPr/>
        </p:nvSpPr>
        <p:spPr>
          <a:xfrm>
            <a:off x="6490755" y="1834811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B2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6ED6A5A-2EC1-8FD7-0EB5-55C22A4D5F48}"/>
              </a:ext>
            </a:extLst>
          </p:cNvPr>
          <p:cNvSpPr txBox="1"/>
          <p:nvPr/>
        </p:nvSpPr>
        <p:spPr>
          <a:xfrm>
            <a:off x="5719588" y="1091494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B3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1BFE347-A597-47B2-2A71-264FC69EAE68}"/>
              </a:ext>
            </a:extLst>
          </p:cNvPr>
          <p:cNvSpPr txBox="1"/>
          <p:nvPr/>
        </p:nvSpPr>
        <p:spPr>
          <a:xfrm>
            <a:off x="3290388" y="1957363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A1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D80D2B7-1B92-758E-E435-5F419DBB0FCE}"/>
              </a:ext>
            </a:extLst>
          </p:cNvPr>
          <p:cNvSpPr txBox="1"/>
          <p:nvPr/>
        </p:nvSpPr>
        <p:spPr>
          <a:xfrm>
            <a:off x="5752231" y="4237749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K1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EB1DAE5-5BAE-493B-9ED9-DA6C876D9EC3}"/>
              </a:ext>
            </a:extLst>
          </p:cNvPr>
          <p:cNvCxnSpPr>
            <a:cxnSpLocks/>
          </p:cNvCxnSpPr>
          <p:nvPr/>
        </p:nvCxnSpPr>
        <p:spPr>
          <a:xfrm>
            <a:off x="5923194" y="2065643"/>
            <a:ext cx="405993" cy="2143009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337599A-D2DA-3A3C-58E6-157EB96F186A}"/>
              </a:ext>
            </a:extLst>
          </p:cNvPr>
          <p:cNvCxnSpPr>
            <a:cxnSpLocks/>
          </p:cNvCxnSpPr>
          <p:nvPr/>
        </p:nvCxnSpPr>
        <p:spPr>
          <a:xfrm flipH="1">
            <a:off x="6033625" y="4208652"/>
            <a:ext cx="340392" cy="5819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1762D16-626E-7C2A-CE26-21A245DBD5BA}"/>
              </a:ext>
            </a:extLst>
          </p:cNvPr>
          <p:cNvCxnSpPr>
            <a:cxnSpLocks/>
            <a:endCxn id="15" idx="6"/>
          </p:cNvCxnSpPr>
          <p:nvPr/>
        </p:nvCxnSpPr>
        <p:spPr>
          <a:xfrm>
            <a:off x="5879498" y="2113465"/>
            <a:ext cx="193828" cy="2134515"/>
          </a:xfrm>
          <a:prstGeom prst="straightConnector1">
            <a:avLst/>
          </a:prstGeom>
          <a:ln w="41275">
            <a:solidFill>
              <a:schemeClr val="accent2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6C1388D-BB66-07F1-21F8-EA410C9499FC}"/>
              </a:ext>
            </a:extLst>
          </p:cNvPr>
          <p:cNvSpPr txBox="1"/>
          <p:nvPr/>
        </p:nvSpPr>
        <p:spPr>
          <a:xfrm>
            <a:off x="5779572" y="1627889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C084E5B-C529-16AE-7C7D-E2410ABEF9C0}"/>
              </a:ext>
            </a:extLst>
          </p:cNvPr>
          <p:cNvSpPr txBox="1"/>
          <p:nvPr/>
        </p:nvSpPr>
        <p:spPr>
          <a:xfrm>
            <a:off x="6394474" y="4143470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539AD3B-F6E7-349C-9FC6-A5E3A50A7B8E}"/>
              </a:ext>
            </a:extLst>
          </p:cNvPr>
          <p:cNvSpPr txBox="1"/>
          <p:nvPr/>
        </p:nvSpPr>
        <p:spPr>
          <a:xfrm>
            <a:off x="4171328" y="1668846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en-US" altLang="zh-CN"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24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F960AA7-731A-309E-EB77-AC812E737784}"/>
              </a:ext>
            </a:extLst>
          </p:cNvPr>
          <p:cNvSpPr txBox="1"/>
          <p:nvPr/>
        </p:nvSpPr>
        <p:spPr>
          <a:xfrm>
            <a:off x="4575124" y="3246018"/>
            <a:ext cx="609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030A0"/>
                </a:solidFill>
                <a:latin typeface="Mistral" panose="03090702030407020403" pitchFamily="66" charset="0"/>
                <a:ea typeface="黑体" panose="02010609060101010101" pitchFamily="49" charset="-122"/>
              </a:rPr>
              <a:t>l</a:t>
            </a:r>
            <a:r>
              <a:rPr lang="en-US" altLang="zh-CN" sz="20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24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CEB63C25-ADA1-56CB-F184-5E5E4624D0AC}"/>
              </a:ext>
            </a:extLst>
          </p:cNvPr>
          <p:cNvSpPr/>
          <p:nvPr/>
        </p:nvSpPr>
        <p:spPr>
          <a:xfrm>
            <a:off x="6013168" y="4213890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045A1E53-5F84-CCE8-CDA7-84DE8F55FEAA}"/>
              </a:ext>
            </a:extLst>
          </p:cNvPr>
          <p:cNvSpPr/>
          <p:nvPr/>
        </p:nvSpPr>
        <p:spPr>
          <a:xfrm>
            <a:off x="5863036" y="2045041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流程图: 接点 38">
            <a:extLst>
              <a:ext uri="{FF2B5EF4-FFF2-40B4-BE49-F238E27FC236}">
                <a16:creationId xmlns:a16="http://schemas.microsoft.com/office/drawing/2014/main" id="{907D332F-8F3A-61E5-E0B0-0A8F4CB668E4}"/>
              </a:ext>
            </a:extLst>
          </p:cNvPr>
          <p:cNvSpPr/>
          <p:nvPr/>
        </p:nvSpPr>
        <p:spPr>
          <a:xfrm>
            <a:off x="6299021" y="4150651"/>
            <a:ext cx="60158" cy="68179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279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</TotalTime>
  <Words>9</Words>
  <Application>Microsoft Office PowerPoint</Application>
  <PresentationFormat>宽屏</PresentationFormat>
  <Paragraphs>9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黑体</vt:lpstr>
      <vt:lpstr>Arial</vt:lpstr>
      <vt:lpstr>Mistral</vt:lpstr>
      <vt:lpstr>Office 主题​​</vt:lpstr>
      <vt:lpstr>MathType 7.0 Equation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浩岑 李</dc:creator>
  <cp:lastModifiedBy>浩岑 李</cp:lastModifiedBy>
  <cp:revision>8</cp:revision>
  <dcterms:created xsi:type="dcterms:W3CDTF">2025-11-17T02:22:48Z</dcterms:created>
  <dcterms:modified xsi:type="dcterms:W3CDTF">2026-03-13T08:40:07Z</dcterms:modified>
</cp:coreProperties>
</file>